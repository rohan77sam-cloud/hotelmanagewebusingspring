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63" r:id="rId10"/>
    <p:sldId id="281" r:id="rId11"/>
    <p:sldId id="280" r:id="rId12"/>
    <p:sldId id="264" r:id="rId13"/>
    <p:sldId id="282" r:id="rId14"/>
    <p:sldId id="265" r:id="rId15"/>
    <p:sldId id="283" r:id="rId16"/>
    <p:sldId id="266" r:id="rId17"/>
    <p:sldId id="267" r:id="rId18"/>
    <p:sldId id="268" r:id="rId19"/>
    <p:sldId id="269" r:id="rId20"/>
    <p:sldId id="270" r:id="rId21"/>
    <p:sldId id="284" r:id="rId22"/>
    <p:sldId id="271" r:id="rId23"/>
    <p:sldId id="285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7" d="100"/>
          <a:sy n="57" d="100"/>
        </p:scale>
        <p:origin x="154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Management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Java Full Stack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Hotel Management Web Application</a:t>
            </a:r>
          </a:p>
          <a:p>
            <a:r>
              <a:t>- Automates hotel operations</a:t>
            </a:r>
          </a:p>
          <a:p>
            <a:r>
              <a:t>- Built using Java technologies</a:t>
            </a:r>
          </a:p>
          <a:p>
            <a:r>
              <a:t>- Stores data in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Java</a:t>
            </a:r>
          </a:p>
          <a:p>
            <a:r>
              <a:t>- JSP</a:t>
            </a:r>
          </a:p>
          <a:p>
            <a:r>
              <a:t>- Servlets</a:t>
            </a:r>
          </a:p>
          <a:p>
            <a:r>
              <a:t>- Hibernate</a:t>
            </a:r>
          </a:p>
          <a:p>
            <a:r>
              <a:t>- Maven</a:t>
            </a:r>
          </a:p>
          <a:p>
            <a:r>
              <a:t>- MySQL</a:t>
            </a:r>
          </a:p>
          <a:p>
            <a:r>
              <a:t>- Apache Tomcat</a:t>
            </a:r>
          </a:p>
          <a:p>
            <a:r>
              <a:t>- HTML &amp; CSS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 Registration</a:t>
            </a:r>
          </a:p>
          <a:p>
            <a:r>
              <a:t>- User Login</a:t>
            </a:r>
          </a:p>
          <a:p>
            <a:r>
              <a:t>- Room Booking</a:t>
            </a:r>
          </a:p>
          <a:p>
            <a:r>
              <a:t>- Food Ordering</a:t>
            </a:r>
          </a:p>
          <a:p>
            <a:r>
              <a:t>- Payment Handling</a:t>
            </a:r>
          </a:p>
          <a:p>
            <a:r>
              <a:t>- Logout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 (MVC)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Model:</a:t>
            </a:r>
          </a:p>
          <a:p>
            <a:r>
              <a:t>- Entity Classes</a:t>
            </a:r>
          </a:p>
          <a:p>
            <a:endParaRPr/>
          </a:p>
          <a:p>
            <a:r>
              <a:t>View:</a:t>
            </a:r>
          </a:p>
          <a:p>
            <a:r>
              <a:t>- JSP Pages</a:t>
            </a:r>
          </a:p>
          <a:p>
            <a:endParaRPr/>
          </a:p>
          <a:p>
            <a:r>
              <a:t>Controller:</a:t>
            </a:r>
          </a:p>
          <a:p>
            <a:r>
              <a:t>- Servlets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34826B-54EA-2FFB-C482-1C7D7B89F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024" y="1508442"/>
            <a:ext cx="1568531" cy="1866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E3D669-B140-7252-E658-7310F958A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025" y="3452676"/>
            <a:ext cx="1568531" cy="2673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BBBBD8-F12D-FE4B-3530-3156955A4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177127"/>
            <a:ext cx="1720938" cy="23496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9DF1-E36D-6BA1-D0AD-50F65EFD2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Folder Structure Explanation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B07D7-18E3-4E10-923F-5869A8AB6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76" y="1417638"/>
            <a:ext cx="3042494" cy="32197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A5542D-A115-95FB-A5D8-74811D105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175" y="1417638"/>
            <a:ext cx="2357650" cy="32197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D0587D-A708-B33A-19B4-F5F9FA391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429" y="1417637"/>
            <a:ext cx="3063251" cy="288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7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opens application</a:t>
            </a:r>
          </a:p>
          <a:p>
            <a:r>
              <a:t>2. User registers/logins</a:t>
            </a:r>
          </a:p>
          <a:p>
            <a:r>
              <a:t>3. Request goes to Servlet</a:t>
            </a:r>
          </a:p>
          <a:p>
            <a:r>
              <a:t>4. Hibernate connects to database</a:t>
            </a:r>
          </a:p>
          <a:p>
            <a:r>
              <a:t>5. User performs hotel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JSP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JSP = Java Server Pages</a:t>
            </a:r>
          </a:p>
          <a:p>
            <a:r>
              <a:t>- Used for frontend UI</a:t>
            </a:r>
          </a:p>
          <a:p>
            <a:r>
              <a:t>- Combines HTML + CSS + Java</a:t>
            </a:r>
          </a:p>
          <a:p>
            <a:r>
              <a:t>- Displays dynamic web pages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31D852-1B34-1135-2DAC-D11CB861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89764"/>
            <a:ext cx="6355719" cy="22281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Servlets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lang="en-US" dirty="0"/>
              <a:t>Servlet is a Java class used to handle HTTP requests.</a:t>
            </a:r>
          </a:p>
          <a:p>
            <a:r>
              <a:rPr lang="en-IN" dirty="0"/>
              <a:t>- Servlet acts as controller</a:t>
            </a:r>
            <a:endParaRPr lang="en-US" dirty="0"/>
          </a:p>
          <a:p>
            <a:r>
              <a:rPr dirty="0"/>
              <a:t>- Processes business logic</a:t>
            </a:r>
          </a:p>
          <a:p>
            <a:r>
              <a:rPr dirty="0"/>
              <a:t>- Connects frontend with backend</a:t>
            </a:r>
          </a:p>
          <a:p>
            <a:r>
              <a:rPr dirty="0"/>
              <a:t>- Sends response to 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87E6-BAC7-D06F-36A4-460DA67E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Registration Module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AC15-F1FA-B9E5-CBAA-E62FAFCD8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Allows new users to create account.</a:t>
            </a:r>
          </a:p>
          <a:p>
            <a:r>
              <a:rPr lang="en-IN" b="1" dirty="0"/>
              <a:t>Flow</a:t>
            </a:r>
          </a:p>
          <a:p>
            <a:r>
              <a:rPr lang="en-IN" dirty="0"/>
              <a:t>User opens </a:t>
            </a:r>
            <a:r>
              <a:rPr lang="en-IN" dirty="0" err="1"/>
              <a:t>register.jsp</a:t>
            </a:r>
            <a:endParaRPr lang="en-IN" dirty="0"/>
          </a:p>
          <a:p>
            <a:r>
              <a:rPr lang="en-IN" dirty="0"/>
              <a:t>User fills form</a:t>
            </a:r>
          </a:p>
          <a:p>
            <a:r>
              <a:rPr lang="en-IN" dirty="0"/>
              <a:t>Data goes to </a:t>
            </a:r>
            <a:r>
              <a:rPr lang="en-IN" dirty="0" err="1"/>
              <a:t>RegisterServlet</a:t>
            </a:r>
            <a:endParaRPr lang="en-IN" dirty="0"/>
          </a:p>
          <a:p>
            <a:r>
              <a:rPr lang="en-IN" dirty="0" err="1"/>
              <a:t>RegisterServlet</a:t>
            </a:r>
            <a:r>
              <a:rPr lang="en-IN" dirty="0"/>
              <a:t> creates </a:t>
            </a:r>
            <a:r>
              <a:rPr lang="en-IN" dirty="0" err="1"/>
              <a:t>UserEntity</a:t>
            </a:r>
            <a:r>
              <a:rPr lang="en-IN" dirty="0"/>
              <a:t> object</a:t>
            </a:r>
          </a:p>
          <a:p>
            <a:r>
              <a:rPr lang="en-IN" dirty="0"/>
              <a:t>Hibernate saves object into database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E6F70-FCB7-BB18-3AC4-76926C2DE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733" y="2530429"/>
            <a:ext cx="4016793" cy="17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8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DC73-1743-3654-9E9A-2C270C1E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Login Module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8EBE6-E382-515A-2B9D-CAB107797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9095874" cy="525780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5000" b="1" dirty="0"/>
              <a:t>      Flow</a:t>
            </a:r>
          </a:p>
          <a:p>
            <a:r>
              <a:rPr lang="en-IN" sz="5000" b="1" dirty="0"/>
              <a:t>Step 1</a:t>
            </a:r>
          </a:p>
          <a:p>
            <a:pPr marL="0" indent="0">
              <a:buNone/>
            </a:pPr>
            <a:r>
              <a:rPr lang="en-IN" sz="5000" dirty="0"/>
              <a:t>        User opens </a:t>
            </a:r>
            <a:r>
              <a:rPr lang="en-IN" sz="5000" dirty="0" err="1"/>
              <a:t>login.jsp</a:t>
            </a:r>
            <a:endParaRPr lang="en-IN" sz="5000" dirty="0"/>
          </a:p>
          <a:p>
            <a:r>
              <a:rPr lang="en-IN" sz="5000" b="1" dirty="0"/>
              <a:t>Step 2</a:t>
            </a:r>
          </a:p>
          <a:p>
            <a:pPr marL="0" indent="0">
              <a:buNone/>
            </a:pPr>
            <a:r>
              <a:rPr lang="en-IN" sz="5000" dirty="0"/>
              <a:t>        User enters:</a:t>
            </a:r>
          </a:p>
          <a:p>
            <a:pPr marL="0" indent="0">
              <a:buNone/>
            </a:pPr>
            <a:r>
              <a:rPr lang="en-IN" sz="5000" dirty="0"/>
              <a:t>        Username</a:t>
            </a:r>
          </a:p>
          <a:p>
            <a:pPr marL="0" indent="0">
              <a:buNone/>
            </a:pPr>
            <a:r>
              <a:rPr lang="en-IN" sz="5000" dirty="0"/>
              <a:t>        Password</a:t>
            </a:r>
          </a:p>
          <a:p>
            <a:r>
              <a:rPr lang="en-IN" sz="5000" b="1" dirty="0"/>
              <a:t>Step 3</a:t>
            </a:r>
          </a:p>
          <a:p>
            <a:pPr marL="0" indent="0">
              <a:buNone/>
            </a:pPr>
            <a:r>
              <a:rPr lang="en-IN" sz="5000" dirty="0"/>
              <a:t>        Form submits data to </a:t>
            </a:r>
            <a:r>
              <a:rPr lang="en-IN" sz="5000" dirty="0" err="1"/>
              <a:t>LoginServlet</a:t>
            </a:r>
            <a:endParaRPr lang="en-IN" sz="5000" dirty="0"/>
          </a:p>
          <a:p>
            <a:r>
              <a:rPr lang="en-IN" sz="5000" b="1" dirty="0"/>
              <a:t>Step 4</a:t>
            </a:r>
          </a:p>
          <a:p>
            <a:pPr marL="0" indent="0">
              <a:buNone/>
            </a:pPr>
            <a:r>
              <a:rPr lang="en-IN" sz="5000" dirty="0"/>
              <a:t>        </a:t>
            </a:r>
            <a:r>
              <a:rPr lang="en-IN" sz="5000" dirty="0" err="1"/>
              <a:t>LoginServlet</a:t>
            </a:r>
            <a:r>
              <a:rPr lang="en-IN" sz="5000" dirty="0"/>
              <a:t> checks database using Hibernate</a:t>
            </a:r>
          </a:p>
          <a:p>
            <a:r>
              <a:rPr lang="en-IN" sz="5000" b="1" dirty="0"/>
              <a:t>Step 5</a:t>
            </a:r>
          </a:p>
          <a:p>
            <a:r>
              <a:rPr lang="en-IN" sz="5000" dirty="0"/>
              <a:t>If credentials are correct:</a:t>
            </a:r>
          </a:p>
          <a:p>
            <a:pPr marL="0" indent="0">
              <a:buNone/>
            </a:pPr>
            <a:r>
              <a:rPr lang="en-IN" sz="5000" dirty="0"/>
              <a:t>             Session is created</a:t>
            </a:r>
          </a:p>
          <a:p>
            <a:pPr marL="0" indent="0">
              <a:buNone/>
            </a:pPr>
            <a:r>
              <a:rPr lang="en-IN" sz="5000" dirty="0"/>
              <a:t>             User redirected to dashboard</a:t>
            </a:r>
          </a:p>
          <a:p>
            <a:r>
              <a:rPr lang="en-IN" sz="5000" dirty="0"/>
              <a:t>Else:</a:t>
            </a:r>
          </a:p>
          <a:p>
            <a:pPr marL="0" indent="0">
              <a:buNone/>
            </a:pPr>
            <a:r>
              <a:rPr lang="en-IN" sz="5000" dirty="0"/>
              <a:t>             Error message displayed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04F30C-348C-31F9-E030-546F4C6C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265" y="1600200"/>
            <a:ext cx="3489158" cy="14054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ACD8F2-46F0-8E5E-8344-78D17D4B3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351" y="3035238"/>
            <a:ext cx="3606985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79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Hibernate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ORM Framework</a:t>
            </a:r>
          </a:p>
          <a:p>
            <a:r>
              <a:rPr dirty="0"/>
              <a:t>- Maps Java objects with database tables</a:t>
            </a:r>
          </a:p>
          <a:p>
            <a:r>
              <a:rPr dirty="0"/>
              <a:t>- Reduces SQL coding</a:t>
            </a:r>
          </a:p>
          <a:p>
            <a:r>
              <a:rPr dirty="0"/>
              <a:t>- Simplifies database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F958CB-8B20-8C45-E881-D8C04AE45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35" y="3863181"/>
            <a:ext cx="4677532" cy="21781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75B9-4D37-2A85-D542-19439721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Hibernate Configuration &amp;</a:t>
            </a:r>
            <a:br>
              <a:rPr lang="en-US" dirty="0"/>
            </a:br>
            <a:r>
              <a:rPr lang="en-US" dirty="0"/>
              <a:t> Hibernate Util Class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7FB1B8-C242-2962-9EB7-37C780612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39" y="1999794"/>
            <a:ext cx="3748293" cy="2376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BE3D6F-100C-E6A8-F7FE-D6754206E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509" y="1999794"/>
            <a:ext cx="3748292" cy="181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D0377B-12F7-B167-C942-91330EB5B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409" y="1557867"/>
            <a:ext cx="2673487" cy="3429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DFF1A7-0373-D957-D27E-E7FF7521D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448" y="3810194"/>
            <a:ext cx="4140413" cy="1397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9417E7-DE0A-7386-8E13-A58EEAB18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09" y="1570568"/>
            <a:ext cx="3391074" cy="33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87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Hibernate reads configuration</a:t>
            </a:r>
          </a:p>
          <a:p>
            <a:r>
              <a:t>- JDBC driver loads</a:t>
            </a:r>
          </a:p>
          <a:p>
            <a:r>
              <a:t>- Connection established</a:t>
            </a:r>
          </a:p>
          <a:p>
            <a:r>
              <a:t>- Data stored/retrieved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27F72-B98B-A1A5-E393-B150E72A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Entity Classes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FDBA0-8A92-DD4B-382A-DE92B5477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898232" cy="45259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err="1"/>
              <a:t>UserEntity</a:t>
            </a:r>
            <a:endParaRPr lang="en-US" b="1" dirty="0"/>
          </a:p>
          <a:p>
            <a:pPr marL="0" indent="0" algn="just">
              <a:buNone/>
            </a:pPr>
            <a:r>
              <a:rPr lang="en-US" dirty="0"/>
              <a:t>    Represents user table.</a:t>
            </a:r>
          </a:p>
          <a:p>
            <a:pPr marL="0" indent="0" algn="just">
              <a:buNone/>
            </a:pPr>
            <a:r>
              <a:rPr lang="en-US" dirty="0"/>
              <a:t>    Fields:</a:t>
            </a:r>
          </a:p>
          <a:p>
            <a:pPr marL="0" indent="0" algn="just">
              <a:buNone/>
            </a:pPr>
            <a:r>
              <a:rPr lang="en-US" dirty="0"/>
              <a:t>    id</a:t>
            </a:r>
          </a:p>
          <a:p>
            <a:pPr marL="0" indent="0" algn="just">
              <a:buNone/>
            </a:pPr>
            <a:r>
              <a:rPr lang="en-US" dirty="0"/>
              <a:t>    name</a:t>
            </a:r>
          </a:p>
          <a:p>
            <a:pPr marL="0" indent="0" algn="just">
              <a:buNone/>
            </a:pPr>
            <a:r>
              <a:rPr lang="en-US" dirty="0"/>
              <a:t>    email</a:t>
            </a:r>
          </a:p>
          <a:p>
            <a:pPr marL="0" indent="0">
              <a:buNone/>
            </a:pPr>
            <a:r>
              <a:rPr lang="en-US" dirty="0"/>
              <a:t>    password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RoomEntity</a:t>
            </a:r>
            <a:endParaRPr lang="en-US" b="1" dirty="0"/>
          </a:p>
          <a:p>
            <a:pPr marL="0" indent="0" algn="just">
              <a:buNone/>
            </a:pPr>
            <a:r>
              <a:rPr lang="en-US" dirty="0"/>
              <a:t>    Represents room booking table.</a:t>
            </a:r>
          </a:p>
          <a:p>
            <a:pPr marL="0" indent="0" algn="just">
              <a:buNone/>
            </a:pPr>
            <a:r>
              <a:rPr lang="en-US" dirty="0"/>
              <a:t>    Fields:</a:t>
            </a:r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dirty="0" err="1"/>
              <a:t>roomId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dirty="0" err="1"/>
              <a:t>roomType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dirty="0" err="1"/>
              <a:t>customerName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dirty="0" err="1"/>
              <a:t>bookingDate</a:t>
            </a:r>
            <a:endParaRPr lang="en-US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8E222-6F84-5AB7-EED4-1E56C1777E3D}"/>
              </a:ext>
            </a:extLst>
          </p:cNvPr>
          <p:cNvSpPr txBox="1"/>
          <p:nvPr/>
        </p:nvSpPr>
        <p:spPr>
          <a:xfrm>
            <a:off x="4355431" y="1600200"/>
            <a:ext cx="389823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FoodEntity</a:t>
            </a:r>
            <a:endParaRPr lang="en-US" b="1" dirty="0"/>
          </a:p>
          <a:p>
            <a:r>
              <a:rPr lang="en-US" dirty="0"/>
              <a:t>Represents food order table.</a:t>
            </a:r>
          </a:p>
          <a:p>
            <a:r>
              <a:rPr lang="en-US" dirty="0"/>
              <a:t>Fields:</a:t>
            </a:r>
          </a:p>
          <a:p>
            <a:r>
              <a:rPr lang="en-US" dirty="0" err="1"/>
              <a:t>foodId</a:t>
            </a:r>
            <a:endParaRPr lang="en-US" dirty="0"/>
          </a:p>
          <a:p>
            <a:r>
              <a:rPr lang="en-US" dirty="0" err="1"/>
              <a:t>foodName</a:t>
            </a:r>
            <a:endParaRPr lang="en-US" dirty="0"/>
          </a:p>
          <a:p>
            <a:r>
              <a:rPr lang="en-US" dirty="0"/>
              <a:t>quantity</a:t>
            </a:r>
          </a:p>
          <a:p>
            <a:r>
              <a:rPr lang="en-US" dirty="0"/>
              <a:t>Price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PaymentEntity</a:t>
            </a:r>
            <a:endParaRPr lang="en-US" b="1" dirty="0"/>
          </a:p>
          <a:p>
            <a:r>
              <a:rPr lang="en-US" dirty="0"/>
              <a:t>Represents payment table.</a:t>
            </a:r>
          </a:p>
          <a:p>
            <a:r>
              <a:rPr lang="en-US" dirty="0"/>
              <a:t>Fields:</a:t>
            </a:r>
          </a:p>
          <a:p>
            <a:r>
              <a:rPr lang="en-US" dirty="0" err="1"/>
              <a:t>paymentId</a:t>
            </a:r>
            <a:endParaRPr lang="en-US" dirty="0"/>
          </a:p>
          <a:p>
            <a:r>
              <a:rPr lang="en-US" dirty="0"/>
              <a:t>amount</a:t>
            </a:r>
          </a:p>
          <a:p>
            <a:r>
              <a:rPr lang="en-US" dirty="0" err="1"/>
              <a:t>paymentMode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758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credentials</a:t>
            </a:r>
          </a:p>
          <a:p>
            <a:r>
              <a:t>2. LoginServlet validates data</a:t>
            </a:r>
          </a:p>
          <a:p>
            <a:r>
              <a:t>3. Session created</a:t>
            </a:r>
          </a:p>
          <a:p>
            <a:r>
              <a:t>4. Dashboard displayed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fills registration form</a:t>
            </a:r>
          </a:p>
          <a:p>
            <a:r>
              <a:t>2. RegisterServlet receives data</a:t>
            </a:r>
          </a:p>
          <a:p>
            <a:r>
              <a:t>3. UserEntity created</a:t>
            </a:r>
          </a:p>
          <a:p>
            <a:r>
              <a:t>4. Data stored in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Room Booking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User selects room</a:t>
            </a:r>
            <a:endParaRPr lang="en-US" dirty="0"/>
          </a:p>
          <a:p>
            <a:r>
              <a:rPr lang="en-IN" dirty="0"/>
              <a:t>- Data goes to </a:t>
            </a:r>
            <a:r>
              <a:rPr lang="en-IN" dirty="0" err="1"/>
              <a:t>RoomBookingServlet</a:t>
            </a:r>
            <a:endParaRPr dirty="0"/>
          </a:p>
          <a:p>
            <a:r>
              <a:rPr dirty="0"/>
              <a:t>- </a:t>
            </a:r>
            <a:r>
              <a:rPr lang="en-IN" dirty="0" err="1"/>
              <a:t>RoomEntity</a:t>
            </a:r>
            <a:r>
              <a:rPr lang="en-IN" dirty="0"/>
              <a:t> object created</a:t>
            </a:r>
          </a:p>
          <a:p>
            <a:r>
              <a:rPr lang="en-IN" dirty="0"/>
              <a:t>- Hibernate stores booking details</a:t>
            </a:r>
          </a:p>
          <a:p>
            <a:r>
              <a:rPr dirty="0"/>
              <a:t>- </a:t>
            </a:r>
            <a:r>
              <a:rPr dirty="0" err="1"/>
              <a:t>RoomEntity</a:t>
            </a:r>
            <a:r>
              <a:rPr dirty="0"/>
              <a:t> used</a:t>
            </a:r>
          </a:p>
          <a:p>
            <a:r>
              <a:rPr dirty="0"/>
              <a:t>- Confirmation generated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Ordering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 selects food items</a:t>
            </a:r>
          </a:p>
          <a:p>
            <a:r>
              <a:t>- Quantity entered</a:t>
            </a:r>
          </a:p>
          <a:p>
            <a:r>
              <a:t>- FoodOrderServlet processes request</a:t>
            </a:r>
          </a:p>
          <a:p>
            <a:r>
              <a:t>- Data stored in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User enters payment details</a:t>
            </a:r>
          </a:p>
          <a:p>
            <a:r>
              <a:rPr dirty="0"/>
              <a:t>- </a:t>
            </a:r>
            <a:r>
              <a:rPr dirty="0" err="1"/>
              <a:t>PaymentServlet</a:t>
            </a:r>
            <a:r>
              <a:rPr dirty="0"/>
              <a:t> handles request</a:t>
            </a:r>
            <a:endParaRPr lang="en-US" dirty="0"/>
          </a:p>
          <a:p>
            <a:r>
              <a:rPr lang="en-IN" dirty="0"/>
              <a:t>- </a:t>
            </a:r>
            <a:r>
              <a:rPr lang="en-IN" dirty="0" err="1"/>
              <a:t>PaymentEntity</a:t>
            </a:r>
            <a:r>
              <a:rPr lang="en-IN" dirty="0"/>
              <a:t> created</a:t>
            </a:r>
            <a:endParaRPr dirty="0"/>
          </a:p>
          <a:p>
            <a:r>
              <a:rPr dirty="0"/>
              <a:t>- </a:t>
            </a:r>
            <a:r>
              <a:rPr dirty="0" err="1"/>
              <a:t>PaymentEntity</a:t>
            </a:r>
            <a:r>
              <a:rPr dirty="0"/>
              <a:t> stores payment info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FCA68-AD77-F2AC-2C9E-A3D6188E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Logout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303DE-F7B7-407D-5BEE-7044863A3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</a:p>
          <a:p>
            <a:pPr marL="0" indent="0">
              <a:buNone/>
            </a:pPr>
            <a:r>
              <a:rPr lang="en-US" dirty="0"/>
              <a:t>    Ends user session securely.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A3EAA-8CE1-CE51-58F9-2BF8209D6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282" y="2841923"/>
            <a:ext cx="3353090" cy="225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99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Maintains user login state</a:t>
            </a:r>
          </a:p>
          <a:p>
            <a:r>
              <a:t>- Stores user information</a:t>
            </a:r>
          </a:p>
          <a:p>
            <a:r>
              <a:t>- Improves security</a:t>
            </a:r>
          </a:p>
          <a:p>
            <a:r>
              <a:t>- Prevents repeated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CB47D-A504-BC87-0994-6C0D906D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9321-DFC1-A777-047D-CB12847F5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Steps</a:t>
            </a:r>
          </a:p>
          <a:p>
            <a:r>
              <a:rPr lang="en-US" dirty="0"/>
              <a:t>Hibernate reads configuration</a:t>
            </a:r>
          </a:p>
          <a:p>
            <a:r>
              <a:rPr lang="en-US" dirty="0"/>
              <a:t>JDBC driver loads</a:t>
            </a:r>
          </a:p>
          <a:p>
            <a:r>
              <a:rPr lang="en-US" dirty="0"/>
              <a:t>Connection established</a:t>
            </a:r>
          </a:p>
          <a:p>
            <a:r>
              <a:rPr lang="en-US" dirty="0"/>
              <a:t>Queries executed</a:t>
            </a:r>
          </a:p>
          <a:p>
            <a:r>
              <a:rPr lang="en-US" dirty="0"/>
              <a:t>Data stored/retrieved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011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Tomcat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 server</a:t>
            </a:r>
          </a:p>
          <a:p>
            <a:r>
              <a:t>- Runs JSP and Servlets</a:t>
            </a:r>
          </a:p>
          <a:p>
            <a:r>
              <a:t>- Handles HTTP requests/responses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 automation tool</a:t>
            </a:r>
          </a:p>
          <a:p>
            <a:r>
              <a:t>- Dependency management</a:t>
            </a:r>
          </a:p>
          <a:p>
            <a:r>
              <a:t>- Creates WAR file</a:t>
            </a:r>
          </a:p>
          <a:p>
            <a:r>
              <a:t>- Simplifies project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 friendly</a:t>
            </a:r>
          </a:p>
          <a:p>
            <a:r>
              <a:t>- Reduces manual work</a:t>
            </a:r>
          </a:p>
          <a:p>
            <a:r>
              <a:t>- Fast processing</a:t>
            </a:r>
          </a:p>
          <a:p>
            <a:r>
              <a:t>- Permanent data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Online payment gateway</a:t>
            </a:r>
          </a:p>
          <a:p>
            <a:r>
              <a:t>- Admin dashboard</a:t>
            </a:r>
          </a:p>
          <a:p>
            <a:r>
              <a:t>- Email notifications</a:t>
            </a:r>
          </a:p>
          <a:p>
            <a:r>
              <a:t>- AI chatbot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Frequently Asked 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Q: Why Hibernate?</a:t>
            </a:r>
          </a:p>
          <a:p>
            <a:r>
              <a:t>A: Reduces SQL coding.</a:t>
            </a:r>
          </a:p>
          <a:p>
            <a:endParaRPr/>
          </a:p>
          <a:p>
            <a:r>
              <a:t>Q: Why Servlet?</a:t>
            </a:r>
          </a:p>
          <a:p>
            <a:r>
              <a:t>A: Handles backend logic.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Hotel Management Web Application developed using Java Full Stack technologies following MVC architecture with Hibernate and database connectivity.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6217920"/>
            <a:ext cx="1170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Hotel Management Web Application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761</Words>
  <Application>Microsoft Office PowerPoint</Application>
  <PresentationFormat>On-screen Show (4:3)</PresentationFormat>
  <Paragraphs>211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Hotel Management Web Application</vt:lpstr>
      <vt:lpstr>Project Introduction</vt:lpstr>
      <vt:lpstr>Technologies Used</vt:lpstr>
      <vt:lpstr>Project Modules</vt:lpstr>
      <vt:lpstr>Project Architecture (MVC)</vt:lpstr>
      <vt:lpstr>Folder Structure Explanation</vt:lpstr>
      <vt:lpstr>Project Flow</vt:lpstr>
      <vt:lpstr>Understanding JSP</vt:lpstr>
      <vt:lpstr>Understanding Servlets</vt:lpstr>
      <vt:lpstr>Registration Module </vt:lpstr>
      <vt:lpstr>Login Module Explanation</vt:lpstr>
      <vt:lpstr>Hibernate Explanation</vt:lpstr>
      <vt:lpstr>Hibernate Configuration &amp;  Hibernate Util Class</vt:lpstr>
      <vt:lpstr>Database Connectivity</vt:lpstr>
      <vt:lpstr>Entity Classes Explanation</vt:lpstr>
      <vt:lpstr>Login Module</vt:lpstr>
      <vt:lpstr>Registration Module</vt:lpstr>
      <vt:lpstr>Room Booking Module</vt:lpstr>
      <vt:lpstr>Food Ordering Module</vt:lpstr>
      <vt:lpstr>Payment Module</vt:lpstr>
      <vt:lpstr>Logout Module</vt:lpstr>
      <vt:lpstr>Session Management</vt:lpstr>
      <vt:lpstr>Database Connectivity</vt:lpstr>
      <vt:lpstr>Apache Tomcat</vt:lpstr>
      <vt:lpstr>Maven</vt:lpstr>
      <vt:lpstr>Advantages of Project</vt:lpstr>
      <vt:lpstr>Future Enhancements</vt:lpstr>
      <vt:lpstr>Frequently Asked Viva Questions</vt:lpstr>
      <vt:lpstr>Project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Rohan Mohanta</dc:creator>
  <cp:keywords/>
  <dc:description>generated using python-pptx</dc:description>
  <cp:lastModifiedBy>Rohan Mohanta</cp:lastModifiedBy>
  <cp:revision>2</cp:revision>
  <dcterms:created xsi:type="dcterms:W3CDTF">2013-01-27T09:14:16Z</dcterms:created>
  <dcterms:modified xsi:type="dcterms:W3CDTF">2026-06-01T07:04:46Z</dcterms:modified>
  <cp:category/>
</cp:coreProperties>
</file>